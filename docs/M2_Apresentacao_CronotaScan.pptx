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José: Bom dia. Nós somos o grupo do CronotaScan. Eu sou o José Eduardo, este é o Márcio Fossa e este é o Erick Franzmann Bortoloti. O sistema lê o disco de papel do cronotacógrafo a partir de uma foto. A M2 mostra as duas primeiras sprints, as mudanças desde a M1 e o repositório. O Erick apresenta junto com a gente: o leitor que está no master é o commit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José: O calendário é o da M1. Sprint 1, de 11 de setembro a 2 de outubro, deixa o fluxo estável. Sprint 2, de 3 a 24 de outubro, é a foto real. Sprints 3 e 4 não começaram. O que eu disser tem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José: O fluxo básico já estava no master em 14 de agosto. Faltava o teste com distância conhecida. Em 25 de setembro, ainda na Sprint 1, o Erick integrou o leitor novo. Passo a palavra.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Erick: Eu sou o Erick. No dia 25 de setembro coloquei no master o leitor versão 2. A foto do celular deixa o disco oval. O programa acha a borda do papel, endireita com homografia e usa o arco verde para a hora zero. Se a foto não alinha, a tela e o PDF avisam. O teste com 120 km, 179,67 km e 121,67 km ainda está no pull request 1, em rascunho, fora do master.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José opera http://127.0.0.1:8081/ com a placa SYN1A01 e o arquivo tests/fixtures/disco_reto.png. Erick: isto é o disco aberto em 24 horas; a hora zero veio do arco verde. José filtra o histórico e abre o PDF. Se o servidor não subir, usar as figuras do relatório.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Márcio explica M01 e M03. Erick acrescenta uma frase na M02: a foto inclinada entrou no master em 25 de setembro. Márcio fecha dizendo que a Sprint 2 não está fechada enquanto o PR 1 for rascunho.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Márcio: O master está no commit do Erick. Dois pull requests abertos, nenhum tag, nenhum burndown. A evidência desta M2 é o histórico de commits. A regra combinada na M1 passa a ser cumprida nestes PRs.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José fala a primeira frase, Márcio a segunda, Erick a terceira. Márcio não atribui a si código que está no commit do José ou do Erick.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José: Seguimos em Python, FastAPI, OpenCV e SQLite. Falta unir o PR 1, guardar uma foto real, fazer o odômetro na Sprint 3 e ensaiar a banca.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6E6F2"/>
                </a:solidFill>
                <a:latin typeface="Calibri"/>
              </a:rPr>
              <a:t>UNIVERSIDADE DO VALE DO ITAJAÍ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M2 — Andamento das sprints</a:t>
            </a:r>
          </a:p>
          <a:p>
            <a:r>
              <a:rPr sz="2800" b="0">
                <a:solidFill>
                  <a:srgbClr val="FFFFFF"/>
                </a:solidFill>
                <a:latin typeface="Calibri"/>
              </a:rPr>
              <a:t>Gerência de configuração e de mudanças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4D080"/>
                </a:solidFill>
                <a:latin typeface="Calibri"/>
              </a:rPr>
              <a:t>CronotaScan — leitor de discos de cronotacógrafo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Calibri"/>
              </a:rPr>
              <a:t>José Eduardo</a:t>
            </a:r>
          </a:p>
          <a:p>
            <a:r>
              <a:rPr sz="2200" b="0">
                <a:solidFill>
                  <a:srgbClr val="FFFFFF"/>
                </a:solidFill>
                <a:latin typeface="Calibri"/>
              </a:rPr>
              <a:t>Márcio Fossa</a:t>
            </a:r>
          </a:p>
          <a:p>
            <a:r>
              <a:rPr sz="2200" b="0">
                <a:solidFill>
                  <a:srgbClr val="FFFFFF"/>
                </a:solidFill>
                <a:latin typeface="Calibri"/>
              </a:rPr>
              <a:t>Erick Franzmann Bortoloti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6E6F2"/>
                </a:solidFill>
                <a:latin typeface="Calibri"/>
              </a:rPr>
              <a:t>Engenharia de Software II  ·  Itajaí  ·  23 de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6539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CronotaScan  ·  M2  ·  José Eduardo, Márcio Fossa e Erick Franzmann Bortoloti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4F72"/>
                </a:solidFill>
                <a:latin typeface="Calibri"/>
              </a:rPr>
              <a:t>O que esta M2 responde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Sprint 1 (11/09 a 02/10) — fluxo de placa, dashboard, histórico e PDF.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Sprint 2 (03/10 a 24/10) — a foto não pode escapar para a mesa.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Sprint 3 e Sprint 4 — ainda no plano: odômetro em 25/10 e banca em 04/12.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Três mudanças desde a M1: equipe, prazo da foto real e critério de teste.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Toda afirmação desta fala tem commit ou pull request.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6539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CronotaScan  ·  M2  ·  José Eduardo, Márcio Fossa e Erick Franzmann Bortoloti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4F72"/>
                </a:solidFill>
                <a:latin typeface="Calibri"/>
              </a:rPr>
              <a:t>Sprint 1 — o que ficou pronto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14/08 — José Eduardo coloca o protótipo no master (commit a30940f).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Placa, curva, excesso, parada, histórico, dashboard e PDF já respondem.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25/09 — ainda nesta sprint, Erick integra o leitor v2 no master.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Não entrou no master até 02/10: teste automático com distância conhecida.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O Word da M1 está em outra branch, não na master.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6539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CronotaScan  ·  M2  ·  José Eduardo, Márcio Fossa e Erick Franzmann Bortoloti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4F72"/>
                </a:solidFill>
                <a:latin typeface="Calibri"/>
              </a:rPr>
              <a:t>Sprint 2 — leitor do Erick, no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Commit b3454bb, de 25/09, autor Erick Franzmann Bortoloti.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A foto de celular deixa o disco oval: a borda do papel vira a referência.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Homografia endireita a elipse. O arco verde de 12 h a 24 h marca a meia-noite.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A escala de 0 a 125 km/h é conferida nos anéis. Foto ruim recebe aviso na tela e no PDF.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US02 estava prevista para 03/10. Chegou antes e foi registrada como mudança de prazo.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6539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CronotaScan  ·  M2  ·  José Eduardo, Márcio Fossa e Erick Franzmann Bortoloti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4F72"/>
                </a:solidFill>
                <a:latin typeface="Calibri"/>
              </a:rPr>
              <a:t>Demonstração — o que o operador vê</a:t>
            </a:r>
          </a:p>
        </p:txBody>
      </p:sp>
      <p:pic>
        <p:nvPicPr>
          <p:cNvPr id="6" name="Picture 5" descr="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760720" cy="3931920"/>
          </a:xfrm>
          <a:prstGeom prst="rect">
            <a:avLst/>
          </a:prstGeom>
        </p:spPr>
      </p:pic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53212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21208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2833"/>
                </a:solidFill>
                <a:latin typeface="Calibri"/>
              </a:rPr>
              <a:t>José envia a placa SYN1A01 e o disco tests/fixtures/disco_reto.png. Erick mostra o disco aberto nas 24 horas. Em seguida, o histórico e o PDF.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6539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CronotaScan  ·  M2  ·  José Eduardo, Márcio Fossa e Erick Franzmann Bortoloti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4F72"/>
                </a:solidFill>
                <a:latin typeface="Calibri"/>
              </a:rPr>
              <a:t>Três mudanças desde a M1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657600" cy="301752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4F72"/>
                </a:solidFill>
                <a:latin typeface="Calibri"/>
              </a:rPr>
              <a:t>M01  Equipe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2833"/>
                </a:solidFill>
                <a:latin typeface="Calibri"/>
              </a:rPr>
              <a:t>Erick Franzmann Bortoloti entra junto com José Eduardo e Márcio Fossa. A M1 tinha dois nomes.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554480"/>
            <a:ext cx="3657600" cy="301752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73736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4F72"/>
                </a:solidFill>
                <a:latin typeface="Calibri"/>
              </a:rPr>
              <a:t>M02  Prazo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6888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2833"/>
                </a:solidFill>
                <a:latin typeface="Calibri"/>
              </a:rPr>
              <a:t>A foto inclinada foi para o master em 25/09, uma semana antes da Sprint 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3657600" cy="301752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4F72"/>
                </a:solidFill>
                <a:latin typeface="Calibri"/>
              </a:rPr>
              <a:t>M03  Critério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2833"/>
                </a:solidFill>
                <a:latin typeface="Calibri"/>
              </a:rPr>
              <a:t>Sem foto real no Git, a branch usa três discos sintéticos. O PR #1 ainda não foi unido ao master.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6539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CronotaScan  ·  M2  ·  José Eduardo, Márcio Fossa e Erick Franzmann Bortoloti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4F72"/>
                </a:solidFill>
                <a:latin typeface="Calibri"/>
              </a:rPr>
              <a:t>Repositório e configuração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github.com/jbr121/CRONOTACOGRAFOS — master parado no commit do Erick (25/09).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PR #1, rascunho: calibração da curva e discos de gabarito (09/10 e 21/10).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PR #2, aberto: declaração de uso de IA desta M2.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Não há tag de versão. Não há print de quadro nem burndown.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Daqui para a frente: branch, pull request e leitura por outro integrante.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6539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CronotaScan  ·  M2  ·  José Eduardo, Márcio Fossa e Erick Franzmann Bortoloti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4F72"/>
                </a:solidFill>
                <a:latin typeface="Calibri"/>
              </a:rPr>
              <a:t>Quem fez o quê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146304" cy="14630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4F72"/>
                </a:solidFill>
                <a:latin typeface="Calibri"/>
              </a:rPr>
              <a:t>José Eduardo</a:t>
            </a:r>
          </a:p>
          <a:p>
            <a:r>
              <a:rPr sz="1800" b="0">
                <a:solidFill>
                  <a:srgbClr val="1C2833"/>
                </a:solidFill>
                <a:latin typeface="Calibri"/>
              </a:rPr>
              <a:t>Protótipo de agosto no master. Em outubro, a branch do gabarito e dos laudos, com agente de código declarado.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834640"/>
            <a:ext cx="146304" cy="1463040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6B4A"/>
                </a:solidFill>
                <a:latin typeface="Calibri"/>
              </a:rPr>
              <a:t>Márcio Fossa</a:t>
            </a:r>
          </a:p>
          <a:p>
            <a:r>
              <a:rPr sz="1800" b="0">
                <a:solidFill>
                  <a:srgbClr val="1C2833"/>
                </a:solidFill>
                <a:latin typeface="Calibri"/>
              </a:rPr>
              <a:t>No plano da M1: API, tela, PDF e processo. Nesta fala: repositório e mudanças. Sem commit em seu nome.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526280"/>
            <a:ext cx="146304" cy="1463040"/>
          </a:xfrm>
          <a:prstGeom prst="rect">
            <a:avLst/>
          </a:prstGeom>
          <a:solidFill>
            <a:srgbClr val="8A4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8A4B08"/>
                </a:solidFill>
                <a:latin typeface="Calibri"/>
              </a:rPr>
              <a:t>Erick Franzmann Bortoloti</a:t>
            </a:r>
          </a:p>
          <a:p>
            <a:r>
              <a:rPr sz="1800" b="0">
                <a:solidFill>
                  <a:srgbClr val="1C2833"/>
                </a:solidFill>
                <a:latin typeface="Calibri"/>
              </a:rPr>
              <a:t>Leitor v2 no master. Borda, homografia, arco verde e aviso de qualidade. Commit com coautoria declarada.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65392"/>
            <a:ext cx="11521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CronotaScan  ·  M2  ·  José Eduardo, Márcio Fossa e Erick Franzmann Bortoloti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B4F72"/>
                </a:solidFill>
                <a:latin typeface="Calibri"/>
              </a:rPr>
              <a:t>Escolhas técnicas e o que falta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Python, FastAPI, OpenCV e SQLite: sobe no laboratório e separa a foto da regra de 80 km/h.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Unir o pull request 1 ao master.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Versionar uma foto real quando houver autorização.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Sprint 3: quilometragem pelo odômetro, com a origem do número visível.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C2833"/>
                </a:solidFill>
                <a:latin typeface="Calibri"/>
              </a:rPr>
              <a:t>Sprint 4: ensaio da banca em 4 de dezembro.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— CronotaScan</dc:title>
  <dc:subject/>
  <dc:creator>José Eduardo, Márcio Fossa e Erick Franzmann Bortoloti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